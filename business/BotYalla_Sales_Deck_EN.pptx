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BotYalla</a:t>
            </a:r>
            <a:endParaRPr lang="en-US" sz="6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175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 that answers your customers and collects your money — while you sleep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· No commercial register · Start free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costing you every day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message and nobody replies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68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late reply cuts the chance of a sale many times over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question 40 times a day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468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much?" · "Do you deliver?" · "What time do you close?"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52044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00584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Collecting by phone calls and screenshots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4572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record, no confirmation, money slips away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0440"/>
            <a:ext cx="5212080" cy="1828800"/>
          </a:xfrm>
          <a:prstGeom prst="roundRect">
            <a:avLst>
              <a:gd name="adj" fmla="val 6000"/>
            </a:avLst>
          </a:prstGeom>
          <a:solidFill>
            <a:srgbClr val="2A152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92240" y="38404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abandon the cart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57200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of carts in Egypt are abandoned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BotYalla solves it in 10 minutes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920240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96596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168249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business type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2140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· Bookings · Customer service · FAQ · Support tickets · Reviews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97180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51560" y="3429000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347472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19125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business in one line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63016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the whole bot for you — edit whatever you like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4937760"/>
            <a:ext cx="420624" cy="420624"/>
          </a:xfrm>
          <a:prstGeom prst="ellipse">
            <a:avLst/>
          </a:prstGeom>
          <a:solidFill>
            <a:srgbClr val="8FE9FF"/>
          </a:solidFill>
          <a:ln w="12700">
            <a:solidFill>
              <a:srgbClr val="8FE9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983480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507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700016"/>
            <a:ext cx="9418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on and start receiving customers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5138928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Telegram alert on every order, and a dashboard with everything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 one else does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0F2419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005840" y="1737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via Vodafone Cash &amp; InstaPay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5603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customer pays the way they actually pay. 57 million wallets in Egypt, and Vodafone Cash alone carries 81% of transaction value.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platform requires an international card — to subscribe and to collect.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0" y="14173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1A1030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92240" y="17373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1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register needed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5603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WhatsApp requires a commercial register, a tax card, and approvals that take days.</a:t>
            </a: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endParaRPr lang="en-US" sz="14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us you start on Telegram today, with zero paperwork — and when your business grows and registers, we move you to WhatsApp.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— a worked example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1556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modeled example for a home-based shop — assumptions stated, not a promise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764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per month today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17282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313432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24780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669280" y="244144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450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026664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051560" y="31912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recover 1 cart in 7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3739896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051560" y="39044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gain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0" y="3867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+EGP 4,050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31520" y="4453128"/>
            <a:ext cx="6675120" cy="621792"/>
          </a:xfrm>
          <a:prstGeom prst="roundRect">
            <a:avLst>
              <a:gd name="adj" fmla="val 17647"/>
            </a:avLst>
          </a:prstGeom>
          <a:solidFill>
            <a:srgbClr val="141C2E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5156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BotYalla cost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4581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299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63840" y="1600200"/>
            <a:ext cx="3566160" cy="3383280"/>
          </a:xfrm>
          <a:prstGeom prst="roundRect">
            <a:avLst>
              <a:gd name="adj" fmla="val 3243"/>
            </a:avLst>
          </a:prstGeom>
          <a:solidFill>
            <a:srgbClr val="0F2419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092440" y="24688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13.5×</a:t>
            </a:r>
            <a:endParaRPr lang="en-US" sz="600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the subscription cost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60120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0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 Telegram bot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Unlimited messages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Ready-made templates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forever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16552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10243A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45152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45152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299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bots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90872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Vodafone Cash &amp; InstaPay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90872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analytics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90872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footer branding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1463040"/>
            <a:ext cx="3474720" cy="3931920"/>
          </a:xfrm>
          <a:prstGeom prst="roundRect">
            <a:avLst>
              <a:gd name="adj" fmla="val 3158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30184" y="1691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9A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330184" y="21031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EGP 899</a:t>
            </a:r>
            <a:endParaRPr lang="en-US" sz="3600" dirty="0"/>
          </a:p>
        </p:txBody>
      </p:sp>
      <p:sp>
        <p:nvSpPr>
          <p:cNvPr id="22" name="Text 20"/>
          <p:cNvSpPr txBox="1"/>
          <p:nvPr/>
        </p:nvSpPr>
        <p:spPr>
          <a:xfrm>
            <a:off x="8330184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8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75904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Everything above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75904" y="3657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Official WhatsApp channel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75904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2,000 service messages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75904" y="4572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E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commercial register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30% with annual billing · An agency plan for marketers and developers is available on request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000" b="1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today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889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2F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· No commercial register · Your bot is live in 10 minutes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749040"/>
            <a:ext cx="10698480" cy="1371600"/>
          </a:xfrm>
          <a:prstGeom prst="roundRect">
            <a:avLst>
              <a:gd name="adj" fmla="val 8000"/>
            </a:avLst>
          </a:prstGeom>
          <a:solidFill>
            <a:srgbClr val="0E1422"/>
          </a:solidFill>
          <a:ln w="12700">
            <a:solidFill>
              <a:srgbClr val="141C2E"/>
            </a:solidFill>
            <a:prstDash val="solid"/>
          </a:ln>
          <a:effectLst>
            <a:outerShdw sx="100000" sy="100000" kx="0" ky="0" algn="bl" rotWithShape="0" blurRad="1524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42062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8F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Alsherief · info@youssefalsherief.tech · youssefalsherief.tech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BotYalla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Youssef Alsherief</dc:creator>
  <cp:lastModifiedBy>Youssef Alsherief</cp:lastModifiedBy>
  <cp:revision>1</cp:revision>
  <dcterms:created xsi:type="dcterms:W3CDTF">2026-09-11T13:23:14Z</dcterms:created>
  <dcterms:modified xsi:type="dcterms:W3CDTF">2026-09-11T13:23:14Z</dcterms:modified>
</cp:coreProperties>
</file>