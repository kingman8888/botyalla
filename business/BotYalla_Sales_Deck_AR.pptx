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2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BotYalla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بوت يرد على عملاءك ويحصّل فلوسك — وأنت نايم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برمجة · بدون سجل تجاري · ابدأ مجاناً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اللي بتخسّرك كل يوم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الزبون بيسأل ومحدش بيرد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الرد المتأخر بيقلّل فرصة البيع لأضعاف مضاعفة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السؤال 40 مرة في اليوم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68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«بكام؟» · «فيه توصيل؟» · «مفتوحين لحد كام؟»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التحصيل بالمكالمات والسكرين شوت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572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سجل، ومفيش تأكيد، وفلوس بتضيع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الزباين بيسيبوا السلة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72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من السلات في مصر بتتساب من غير شراء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BotYalla بيحلّها في 10 دقايق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44200" y="192024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4200" y="19659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82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اختار نوع نشاطك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12140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متجر · حجوزات · خدمة عملاء · أسئلة شائعة · تذاكر دعم · تقييمات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0" y="342900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44200" y="34747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9125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وصف نشاطك في سطر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6301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يكتبلك رسائل البوت كلها — تعدّل اللي تحبه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744200" y="493776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44200" y="49834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70001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شغّله واستقبل عملاءك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513892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 على تليجرام بكل طلب، ولوحة فيها كل حاجة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 اللي محدش تاني بيعمله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تحصيل بفودافون كاش وانستاباي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5603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زبونك بيدفع بالطريقة اللي بيستخدمها فعلاً — 57 مليون محفظة في مصر، وفودافون كاش لوحده شايل 81% من قيمة التعاملات</a:t>
            </a:r>
            <a:endParaRPr lang="en-US" sz="1400" dirty="0"/>
          </a:p>
          <a:p>
            <a:pPr rtl="1" algn="r" indent="0" marL="0">
              <a:lnSpc>
                <a:spcPts val="22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المنصات التانية بتطلب بطاقة دولية — للاشتراك وللتحصيل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A103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غير سجل تجاري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5603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 الرسمي بيطلب سجل تجاري وبطاقة ضريبية وموافقات تاخد أيام</a:t>
            </a:r>
            <a:endParaRPr lang="en-US" sz="1400" dirty="0"/>
          </a:p>
          <a:p>
            <a:pPr rtl="1" algn="r" indent="0" marL="0">
              <a:lnSpc>
                <a:spcPts val="2200"/>
              </a:lnSpc>
              <a:buNone/>
            </a:pPr>
            <a:endParaRPr lang="en-US" sz="140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معانا تبدأ على تليجرام النهاردة من غير ورقة واحدة — ولما نشاطك يكبر ويتسجّل ننقلك لواتساب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العائد — بمثال محسوب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نموذجي لمتجر منزلي — الافتراضات معلنة، مش وعد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764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شهرياً دلوقتي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7282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313432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2478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الطلب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441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026664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3191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استرديت سلة واحدة من كل 7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5156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الزيادة الشهرية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867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+4,050ج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4453128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 BotYalla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4581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299ج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63840" y="160020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9244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13.5×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العائد على تكلفة الباقة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الأسعار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مجاني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0ج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شهرياً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بوت واحد على تليجرام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رسائل بلا حد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قوالب جاهزة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للأبد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16552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0243A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45152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تاجر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299ج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شهرياً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بوتات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تحصيل فودافون كاش وانستاباي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90872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تحليلات كاملة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90872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بدون تذييل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30184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B9A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واتساب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899ج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شهرياً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كل اللي فوق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قناة واتساب الرسمية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2,000 رسالة خدمية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يتطلب سجل تجاري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وفّر 30% بالاشتراك السنوي · باقة الوكالات للمسوّقين والمطوّرين متاحة بالطلب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000" b="1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مجاناً النهاردة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2F5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غير بطاقة ائتمان · من غير سجل تجاري · بوتك شغّال في 10 دقايق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FE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 Alsherief · info@youssefalsherief.tech · youssefalsherief.tech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BotYalla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Youssef Alsherief</dc:creator>
  <cp:lastModifiedBy>Youssef Alsherief</cp:lastModifiedBy>
  <cp:revision>1</cp:revision>
  <dcterms:created xsi:type="dcterms:W3CDTF">2026-09-11T13:23:14Z</dcterms:created>
  <dcterms:modified xsi:type="dcterms:W3CDTF">2026-09-11T13:23:14Z</dcterms:modified>
</cp:coreProperties>
</file>